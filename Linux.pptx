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0" r:id="rId4"/>
    <p:sldId id="258" r:id="rId5"/>
    <p:sldId id="266" r:id="rId6"/>
    <p:sldId id="267" r:id="rId7"/>
    <p:sldId id="261" r:id="rId8"/>
    <p:sldId id="262" r:id="rId9"/>
    <p:sldId id="263" r:id="rId10"/>
    <p:sldId id="264" r:id="rId11"/>
    <p:sldId id="265" r:id="rId12"/>
    <p:sldId id="25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E7C2"/>
    <a:srgbClr val="C8C8C8"/>
    <a:srgbClr val="2A2A2A"/>
    <a:srgbClr val="202020"/>
    <a:srgbClr val="454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74" autoAdjust="0"/>
  </p:normalViewPr>
  <p:slideViewPr>
    <p:cSldViewPr snapToGrid="0">
      <p:cViewPr>
        <p:scale>
          <a:sx n="100" d="100"/>
          <a:sy n="100" d="100"/>
        </p:scale>
        <p:origin x="117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1C33216-E248-4B3F-A1A4-2DD3E34F0D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C403CDD-7677-4E90-80DD-33210670AB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C4C8F-9D5E-41DD-A9ED-FDDEC37DDB04}" type="datetimeFigureOut">
              <a:rPr lang="de-DE" smtClean="0"/>
              <a:t>09.03.2021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70B9FD5-B05C-457C-AB8B-EE270A84D2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076DF6-442F-45B3-AA53-DA88627F69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58834-EAFC-476D-94E0-FA8C100F76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21369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8DC6-F1E0-45A9-B885-66E3FC5DA732}" type="datetimeFigureOut">
              <a:rPr lang="de-DE" smtClean="0"/>
              <a:t>09.03.2021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D6833-149F-49F1-B03B-9C1577711F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2752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7727D-C9C4-4798-A50B-695991A1FB69}" type="datetime1">
              <a:rPr lang="de-DE" smtClean="0"/>
              <a:t>09.03.2021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©Julian Pieles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24E4-DDFF-4FC4-B73E-189EC9300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981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3E4F0-1C86-4CB6-92C1-A213613BF068}" type="datetime1">
              <a:rPr lang="de-DE" smtClean="0"/>
              <a:t>09.03.2021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©Julian Pieles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24E4-DDFF-4FC4-B73E-189EC9300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012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67CEA-865C-421D-AE8D-0C024CB777A7}" type="datetime1">
              <a:rPr lang="de-DE" smtClean="0"/>
              <a:t>09.03.2021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©Julian Pieles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24E4-DDFF-4FC4-B73E-189EC9300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4782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082F-0CBC-458E-9B94-E5DD3235EED8}" type="datetime1">
              <a:rPr lang="de-DE" smtClean="0"/>
              <a:t>09.03.2021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©Julian Pieles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24E4-DDFF-4FC4-B73E-189EC9300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174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5C033-AC6A-48B4-8360-1CEC6EC4FEF1}" type="datetime1">
              <a:rPr lang="de-DE" smtClean="0"/>
              <a:t>09.03.2021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©Julian Pieles 2021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24E4-DDFF-4FC4-B73E-189EC9300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634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6EBC7-FF18-4993-80F3-47E320E3C0A5}" type="datetime1">
              <a:rPr lang="de-DE" smtClean="0"/>
              <a:t>09.03.2021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©Julian Pieles 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24E4-DDFF-4FC4-B73E-189EC9300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1605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EE5C-7F31-410F-A8F0-5B73647F6E0F}" type="datetime1">
              <a:rPr lang="de-DE" smtClean="0"/>
              <a:t>09.03.2021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©Julian Pieles 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24E4-DDFF-4FC4-B73E-189EC9300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798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F787-A3DA-428D-BCA5-019F714EB914}" type="datetime1">
              <a:rPr lang="de-DE" smtClean="0"/>
              <a:t>09.03.2021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©Julian Pieles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24E4-DDFF-4FC4-B73E-189EC9300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001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4565C-7062-4C95-B3E3-C112DDDC5EBE}" type="datetime1">
              <a:rPr lang="de-DE" smtClean="0"/>
              <a:t>09.03.2021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©Julian Pieles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24E4-DDFF-4FC4-B73E-189EC9300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1828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937F7-7FFB-43B7-A3DA-BB6356321178}" type="datetime1">
              <a:rPr lang="de-DE" smtClean="0"/>
              <a:t>09.03.2021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©Julian Pieles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24E4-DDFF-4FC4-B73E-189EC9300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326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967FE-B7AB-4644-A74D-0A6E59D569A9}" type="datetime1">
              <a:rPr lang="de-DE" smtClean="0"/>
              <a:t>09.03.2021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©Julian Pieles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24E4-DDFF-4FC4-B73E-189EC9300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5649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rgbClr val="C7E7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3B80F-C974-4D75-95C4-05BF18C900CD}" type="datetime1">
              <a:rPr lang="de-DE" smtClean="0"/>
              <a:t>09.03.2021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©Julian Pieles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324E4-DDFF-4FC4-B73E-189EC9300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4799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B4E192-C18E-46A6-9D2F-FEDA973E8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2000" y="4680000"/>
            <a:ext cx="4320000" cy="1080000"/>
          </a:xfrm>
        </p:spPr>
        <p:txBody>
          <a:bodyPr anchor="ctr">
            <a:normAutofit/>
          </a:bodyPr>
          <a:lstStyle/>
          <a:p>
            <a:r>
              <a:rPr lang="de-DE" sz="6400" dirty="0">
                <a:solidFill>
                  <a:srgbClr val="202020"/>
                </a:solidFill>
                <a:latin typeface="Perfect DOS VGA 437 Win" panose="02000009000000000000" pitchFamily="49"/>
                <a:cs typeface="Courier New" panose="02070309020205020404" pitchFamily="49" charset="0"/>
              </a:rPr>
              <a:t>GNU/Linux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A96610F-EFF6-4B0F-BA91-E16951191089}"/>
              </a:ext>
            </a:extLst>
          </p:cNvPr>
          <p:cNvGrpSpPr/>
          <p:nvPr/>
        </p:nvGrpSpPr>
        <p:grpSpPr>
          <a:xfrm>
            <a:off x="1275598" y="649022"/>
            <a:ext cx="6592803" cy="3600001"/>
            <a:chOff x="1865397" y="1759603"/>
            <a:chExt cx="6592803" cy="3600001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A5239CD4-50A3-4250-9F30-BC8AE8B24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47998" y="1844472"/>
              <a:ext cx="2910202" cy="3515132"/>
            </a:xfrm>
            <a:prstGeom prst="rect">
              <a:avLst/>
            </a:prstGeom>
          </p:spPr>
        </p:pic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F3AF733F-70BD-4377-A633-AF7D0AA3A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65397" y="1759603"/>
              <a:ext cx="3682601" cy="3600001"/>
            </a:xfrm>
            <a:prstGeom prst="rect">
              <a:avLst/>
            </a:prstGeom>
          </p:spPr>
        </p:pic>
      </p:grpSp>
      <p:sp>
        <p:nvSpPr>
          <p:cNvPr id="8" name="Titel 1">
            <a:extLst>
              <a:ext uri="{FF2B5EF4-FFF2-40B4-BE49-F238E27FC236}">
                <a16:creationId xmlns:a16="http://schemas.microsoft.com/office/drawing/2014/main" id="{89F80474-2410-4E08-9804-A1DFE3021739}"/>
              </a:ext>
            </a:extLst>
          </p:cNvPr>
          <p:cNvSpPr txBox="1">
            <a:spLocks/>
          </p:cNvSpPr>
          <p:nvPr/>
        </p:nvSpPr>
        <p:spPr>
          <a:xfrm>
            <a:off x="0" y="6498000"/>
            <a:ext cx="9144000" cy="36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1600" dirty="0">
                <a:solidFill>
                  <a:srgbClr val="202020"/>
                </a:solidFill>
                <a:latin typeface="Perfect DOS VGA 437 Win" panose="02000009000000000000" pitchFamily="49"/>
                <a:cs typeface="Courier New" panose="02070309020205020404" pitchFamily="49" charset="0"/>
              </a:rPr>
              <a:t>(c) Julian Pieles 2021</a:t>
            </a:r>
          </a:p>
        </p:txBody>
      </p:sp>
    </p:spTree>
    <p:extLst>
      <p:ext uri="{BB962C8B-B14F-4D97-AF65-F5344CB8AC3E}">
        <p14:creationId xmlns:p14="http://schemas.microsoft.com/office/powerpoint/2010/main" val="4148479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D348C2-6D8F-41A1-80A9-FC624A46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360000"/>
            <a:ext cx="8460000" cy="61560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history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architecture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development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cycle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distributions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advantages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and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flaws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showcase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31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A9EBD28-527D-4F01-8856-294D82581735}"/>
              </a:ext>
            </a:extLst>
          </p:cNvPr>
          <p:cNvSpPr/>
          <p:nvPr/>
        </p:nvSpPr>
        <p:spPr>
          <a:xfrm>
            <a:off x="360000" y="360000"/>
            <a:ext cx="8460000" cy="79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D348C2-6D8F-41A1-80A9-FC624A46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360000"/>
            <a:ext cx="8460000" cy="61560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history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architecture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development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cycle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distributions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advantages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and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flaws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showcase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88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8F1A3E5-3D5B-4113-A5DC-EE09EE9FFD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928853"/>
          </a:xfrm>
          <a:ln>
            <a:noFill/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A5AB8E9-2F45-4150-830D-446E219BDC1A}"/>
              </a:ext>
            </a:extLst>
          </p:cNvPr>
          <p:cNvSpPr txBox="1"/>
          <p:nvPr/>
        </p:nvSpPr>
        <p:spPr>
          <a:xfrm>
            <a:off x="0" y="6098829"/>
            <a:ext cx="457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>
                <a:solidFill>
                  <a:schemeClr val="bg1"/>
                </a:solidFill>
              </a:rPr>
              <a:t>Ken Thompson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CF6289-8917-4F53-97E2-04B4A09B7946}"/>
              </a:ext>
            </a:extLst>
          </p:cNvPr>
          <p:cNvSpPr txBox="1"/>
          <p:nvPr/>
        </p:nvSpPr>
        <p:spPr>
          <a:xfrm>
            <a:off x="4571999" y="6098829"/>
            <a:ext cx="457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>
                <a:solidFill>
                  <a:schemeClr val="bg1"/>
                </a:solidFill>
              </a:rPr>
              <a:t>Dennis Ritchie</a:t>
            </a:r>
          </a:p>
        </p:txBody>
      </p:sp>
    </p:spTree>
    <p:extLst>
      <p:ext uri="{BB962C8B-B14F-4D97-AF65-F5344CB8AC3E}">
        <p14:creationId xmlns:p14="http://schemas.microsoft.com/office/powerpoint/2010/main" val="4208642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41C286F3-EE95-43AC-88F0-BE13B768A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/>
          <a:stretch/>
        </p:blipFill>
        <p:spPr>
          <a:xfrm>
            <a:off x="0" y="0"/>
            <a:ext cx="9143998" cy="6858000"/>
          </a:xfrm>
        </p:spPr>
      </p:pic>
    </p:spTree>
    <p:extLst>
      <p:ext uri="{BB962C8B-B14F-4D97-AF65-F5344CB8AC3E}">
        <p14:creationId xmlns:p14="http://schemas.microsoft.com/office/powerpoint/2010/main" val="3182383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0FDC1AB-2189-4F03-AA8A-67BB51A667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6" b="5492"/>
          <a:stretch/>
        </p:blipFill>
        <p:spPr>
          <a:xfrm>
            <a:off x="0" y="0"/>
            <a:ext cx="9144000" cy="5928853"/>
          </a:xfr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7B9EC08-B746-40EE-8240-EE3062FF49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3" b="8965"/>
          <a:stretch/>
        </p:blipFill>
        <p:spPr>
          <a:xfrm>
            <a:off x="0" y="0"/>
            <a:ext cx="9144000" cy="5928853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F0DD4F3F-1E85-43AB-A8D7-DE6EA2385B13}"/>
              </a:ext>
            </a:extLst>
          </p:cNvPr>
          <p:cNvSpPr txBox="1"/>
          <p:nvPr/>
        </p:nvSpPr>
        <p:spPr>
          <a:xfrm>
            <a:off x="-1" y="6098829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>
                <a:solidFill>
                  <a:schemeClr val="bg1"/>
                </a:solidFill>
              </a:rPr>
              <a:t>PDP-7 </a:t>
            </a:r>
            <a:r>
              <a:rPr lang="de-DE" sz="3200" dirty="0" err="1">
                <a:solidFill>
                  <a:schemeClr val="bg1"/>
                </a:solidFill>
              </a:rPr>
              <a:t>minicomputer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by</a:t>
            </a:r>
            <a:r>
              <a:rPr lang="de-DE" sz="3200" dirty="0">
                <a:solidFill>
                  <a:schemeClr val="bg1"/>
                </a:solidFill>
              </a:rPr>
              <a:t> DEC</a:t>
            </a:r>
          </a:p>
        </p:txBody>
      </p:sp>
    </p:spTree>
    <p:extLst>
      <p:ext uri="{BB962C8B-B14F-4D97-AF65-F5344CB8AC3E}">
        <p14:creationId xmlns:p14="http://schemas.microsoft.com/office/powerpoint/2010/main" val="417876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A9EBD28-527D-4F01-8856-294D82581735}"/>
              </a:ext>
            </a:extLst>
          </p:cNvPr>
          <p:cNvSpPr/>
          <p:nvPr/>
        </p:nvSpPr>
        <p:spPr>
          <a:xfrm>
            <a:off x="360000" y="1224000"/>
            <a:ext cx="8460000" cy="79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D348C2-6D8F-41A1-80A9-FC624A46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360000"/>
            <a:ext cx="8460000" cy="61560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history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architecture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development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cycle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distributions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advantages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and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flaws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showcase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834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A9EBD28-527D-4F01-8856-294D82581735}"/>
              </a:ext>
            </a:extLst>
          </p:cNvPr>
          <p:cNvSpPr/>
          <p:nvPr/>
        </p:nvSpPr>
        <p:spPr>
          <a:xfrm>
            <a:off x="360000" y="2088000"/>
            <a:ext cx="8460000" cy="79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D348C2-6D8F-41A1-80A9-FC624A46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360000"/>
            <a:ext cx="8460000" cy="61560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history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architecture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development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cycle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distributions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advantages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and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flaws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showcase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859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A9EBD28-527D-4F01-8856-294D82581735}"/>
              </a:ext>
            </a:extLst>
          </p:cNvPr>
          <p:cNvSpPr/>
          <p:nvPr/>
        </p:nvSpPr>
        <p:spPr>
          <a:xfrm>
            <a:off x="360000" y="2952000"/>
            <a:ext cx="8460000" cy="79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D348C2-6D8F-41A1-80A9-FC624A46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360000"/>
            <a:ext cx="8460000" cy="61560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history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architecture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development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cycle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distributions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advantages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and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flaws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showcase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971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A9EBD28-527D-4F01-8856-294D82581735}"/>
              </a:ext>
            </a:extLst>
          </p:cNvPr>
          <p:cNvSpPr/>
          <p:nvPr/>
        </p:nvSpPr>
        <p:spPr>
          <a:xfrm>
            <a:off x="360000" y="3816000"/>
            <a:ext cx="8460000" cy="79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D348C2-6D8F-41A1-80A9-FC624A46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360000"/>
            <a:ext cx="8460000" cy="61560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history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architecture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development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cycle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distributions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advantages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and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flaws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showcase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761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A9EBD28-527D-4F01-8856-294D82581735}"/>
              </a:ext>
            </a:extLst>
          </p:cNvPr>
          <p:cNvSpPr/>
          <p:nvPr/>
        </p:nvSpPr>
        <p:spPr>
          <a:xfrm>
            <a:off x="360000" y="4662000"/>
            <a:ext cx="8460000" cy="79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D348C2-6D8F-41A1-80A9-FC624A46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360000"/>
            <a:ext cx="8460000" cy="6156000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history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architecture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development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cycle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distributions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advantages</a:t>
            </a:r>
            <a:r>
              <a:rPr lang="de-DE" sz="4800" dirty="0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 and </a:t>
            </a: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flaws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4800" dirty="0" err="1">
                <a:solidFill>
                  <a:srgbClr val="2A2A2A"/>
                </a:solidFill>
                <a:latin typeface="Perfect DOS VGA 437 Win" panose="02000009000000000000" pitchFamily="49"/>
                <a:cs typeface="Arial" panose="020B0604020202020204" pitchFamily="34" charset="0"/>
              </a:rPr>
              <a:t>showcase</a:t>
            </a:r>
            <a:endParaRPr lang="de-DE" sz="4800" dirty="0">
              <a:solidFill>
                <a:srgbClr val="2A2A2A"/>
              </a:solidFill>
              <a:latin typeface="Perfect DOS VGA 437 Win" panose="02000009000000000000" pitchFamily="49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855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999F62-8261-47D6-9C1C-F605F2B00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0E70E401-8955-49FB-ADE3-C7CCC51E2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3712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80</Words>
  <Application>Microsoft Office PowerPoint</Application>
  <PresentationFormat>Bildschirmpräsentation (4:3)</PresentationFormat>
  <Paragraphs>47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Perfect DOS VGA 437 Win</vt:lpstr>
      <vt:lpstr>Office</vt:lpstr>
      <vt:lpstr>GNU/Linux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</dc:title>
  <dc:creator>Julian Pieles</dc:creator>
  <cp:lastModifiedBy>Julian Pieles</cp:lastModifiedBy>
  <cp:revision>15</cp:revision>
  <dcterms:created xsi:type="dcterms:W3CDTF">2021-03-06T11:26:41Z</dcterms:created>
  <dcterms:modified xsi:type="dcterms:W3CDTF">2021-03-09T15:37:06Z</dcterms:modified>
</cp:coreProperties>
</file>